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E51A45-248D-4748-B12F-068D1AA47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8D81F2B-2172-4D55-8998-B2D47090A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FE6FB0-3277-4AE1-84D2-5C55C2191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16BB-E497-40E8-8F98-C46BED3FD49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6CB109-7B64-4CA6-AEA9-C4D46D1FF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6C03F3-C40B-497F-841C-AA3584CB1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16CE-529B-4551-A826-0DE61A626E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834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63CF1-C43F-4748-BAC6-18A6225A1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5E8568-07ED-406B-B68F-F8EAC6C32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314FE6-405F-4DD9-A330-0D6417380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16BB-E497-40E8-8F98-C46BED3FD49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588C46-FD82-41D8-B8B5-9F22C573A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FDDDF4-9EDB-4B78-B811-A67E987DA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16CE-529B-4551-A826-0DE61A626E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2491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11B930-42D7-4C9E-9350-D0E9386E3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5C12A7-D07B-4D91-84CC-12A1C5A85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F2357C-35E5-4A9C-97C9-CFFB7E392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16BB-E497-40E8-8F98-C46BED3FD49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3CB402-4FB5-4024-9488-4ED305E20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84C86B-AF42-49D8-ACDD-D2094959F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16CE-529B-4551-A826-0DE61A626E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2194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A0C52-FFCB-4DF7-AB24-C2D60182A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EC9D7B-9EA8-4B19-B970-C139D2FA4B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018984-7620-44EF-8E97-A069AE76C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FE2340-8EA7-4983-AF74-D287CACDF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16BB-E497-40E8-8F98-C46BED3FD49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1DE065-DF08-47C6-BC99-E1240BC37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433111-6CD0-4000-AA13-B3C7845C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16CE-529B-4551-A826-0DE61A626E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0318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E3F430-A1F4-46E7-B663-5B64BD779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044FFA1-D6FC-4F8D-BFD0-3C18A3CE5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82C814-D312-4FF7-9101-57A365C86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101F1FF-318A-4EF3-8C90-52466E23D6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D75DD9A-658A-4A96-ABDA-7B608303A6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2DF1EF5-596B-4031-A999-D2B47E92F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16BB-E497-40E8-8F98-C46BED3FD49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93CE9B3-88C5-44A2-AC80-1B9F9510D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5ECF343-09C7-403E-8BC3-22CCC668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16CE-529B-4551-A826-0DE61A626E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229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BC60E6-6A07-4A4A-A4FA-CDB4D024A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DE58A90-B6D0-4C16-A1F4-2DD700AAD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16BB-E497-40E8-8F98-C46BED3FD49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75A662F-76A7-4C3A-97B8-27B882726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0E90E82-C505-435F-BA4D-D373C9885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16CE-529B-4551-A826-0DE61A626E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868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F948AF7-3A8D-4ACF-81E0-12CD95B0A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16BB-E497-40E8-8F98-C46BED3FD49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8283923-A788-41C5-B634-B6B6821FE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29D468-3058-46BD-89D9-EDC764FA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16CE-529B-4551-A826-0DE61A626E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776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DF480F-7F56-4EE8-A910-1288AC093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3C50CF-6A97-41B4-8405-133E570B6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73F1D84-AF4E-488E-B3B7-9A02213D3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E445F53-72A7-4F3C-AA33-FDF2CE832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16BB-E497-40E8-8F98-C46BED3FD49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C63F74-FB29-42F3-BA6A-2D856205E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3E21CE-72DA-489D-A136-4EE3ABEC3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16CE-529B-4551-A826-0DE61A626E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002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B27A90-4EFD-4EC8-A19E-B1411B19F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1F39D1A-F7E2-4579-A94D-BD7A6E6BB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86FAD4-54BB-442A-8387-D35380FB5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02831D-A24D-4691-9512-1ED33D9D5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16BB-E497-40E8-8F98-C46BED3FD49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FD1AA5-E1E0-453F-AA43-80BFFAB91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F1B386-60E6-4B3D-B832-12E96383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16CE-529B-4551-A826-0DE61A626E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8197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5C9E11-7484-4C7F-8622-17CF725C5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DDBE3C3-7B3A-4C39-9AA7-69F45D974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16E593-810B-41CA-983E-6C11DAFAE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16BB-E497-40E8-8F98-C46BED3FD49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6F4D6A-D4C1-483E-8151-0239E066C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162CF2-051E-4140-B37E-77841835A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16CE-529B-4551-A826-0DE61A626E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6067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D7203A9-4B0D-41E3-AACD-2961D094A5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0638609-AB4A-4EE9-9116-E055F9719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B2AFC7-31B1-48F7-94C7-6FB1A0515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16BB-E497-40E8-8F98-C46BED3FD49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BD4D76-F910-4700-8C23-F02F18D3F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11B647-A235-4E56-8E30-D22667EB0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216CE-529B-4551-A826-0DE61A626E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0467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3E584C-1A4B-4679-9E3D-59545C7B9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605E69-6846-43EB-8077-85E5D4C19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E3A7CE-711F-4660-9ABF-5D8982D09E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416BB-E497-40E8-8F98-C46BED3FD49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D95EEE-0B37-4893-A252-B13E92D913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6B235B-24B8-4EC9-8548-24F045AD5C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216CE-529B-4551-A826-0DE61A626E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99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D52B00-C9C0-4B7B-9624-435BA8249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68" y="527140"/>
            <a:ext cx="9144000" cy="2387600"/>
          </a:xfrm>
        </p:spPr>
        <p:txBody>
          <a:bodyPr/>
          <a:lstStyle/>
          <a:p>
            <a:r>
              <a:rPr lang="en-US" dirty="0"/>
              <a:t>Bullet in the Mosaic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740EFC1-F303-420C-82A1-7D04FD233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819" y="2773902"/>
            <a:ext cx="9144000" cy="1655762"/>
          </a:xfrm>
        </p:spPr>
        <p:txBody>
          <a:bodyPr/>
          <a:lstStyle/>
          <a:p>
            <a:r>
              <a:rPr lang="ru-RU" dirty="0"/>
              <a:t>Создатели: Чмыхалов Павел, Белов Максим</a:t>
            </a:r>
          </a:p>
        </p:txBody>
      </p:sp>
      <p:pic>
        <p:nvPicPr>
          <p:cNvPr id="2050" name="Picture 2" descr="Python - Wikiversity">
            <a:extLst>
              <a:ext uri="{FF2B5EF4-FFF2-40B4-BE49-F238E27FC236}">
                <a16:creationId xmlns:a16="http://schemas.microsoft.com/office/drawing/2014/main" id="{91CCCB47-CF07-4953-80AA-675C77197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34604">
            <a:off x="8241003" y="3356591"/>
            <a:ext cx="3232226" cy="323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2674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E32C71-CFBC-4077-847A-C07995FECE01}"/>
              </a:ext>
            </a:extLst>
          </p:cNvPr>
          <p:cNvSpPr txBox="1"/>
          <p:nvPr/>
        </p:nvSpPr>
        <p:spPr>
          <a:xfrm>
            <a:off x="152400" y="246503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dirty="0" err="1"/>
              <a:t>Bullet</a:t>
            </a:r>
            <a:r>
              <a:rPr lang="ru-RU" i="1" dirty="0"/>
              <a:t> </a:t>
            </a:r>
            <a:r>
              <a:rPr lang="ru-RU" i="1" dirty="0" err="1"/>
              <a:t>in</a:t>
            </a:r>
            <a:r>
              <a:rPr lang="ru-RU" i="1" dirty="0"/>
              <a:t> </a:t>
            </a:r>
            <a:r>
              <a:rPr lang="ru-RU" i="1" dirty="0" err="1"/>
              <a:t>the</a:t>
            </a:r>
            <a:r>
              <a:rPr lang="ru-RU" i="1" dirty="0"/>
              <a:t> </a:t>
            </a:r>
            <a:r>
              <a:rPr lang="ru-RU" i="1" dirty="0" err="1"/>
              <a:t>Mosaic</a:t>
            </a:r>
            <a:r>
              <a:rPr lang="ru-RU" dirty="0"/>
              <a:t> — это компьютерная логическая игра, в которой игроку предстоит пройти серию уровней в виде лабиринтов.</a:t>
            </a:r>
            <a:br>
              <a:rPr lang="ru-RU" dirty="0"/>
            </a:br>
            <a:r>
              <a:rPr lang="ru-RU" dirty="0"/>
              <a:t>Особенность игры заключается в том, что игрок </a:t>
            </a:r>
            <a:r>
              <a:rPr lang="ru-RU" b="1" dirty="0"/>
              <a:t>не управляет персонажем напрямую</a:t>
            </a:r>
            <a:r>
              <a:rPr lang="ru-RU" dirty="0"/>
              <a:t>, а запускает пулю, которая движется по уровню и отражается от стен.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8B712F-E049-434E-938C-42A70FF93A34}"/>
              </a:ext>
            </a:extLst>
          </p:cNvPr>
          <p:cNvSpPr txBox="1"/>
          <p:nvPr/>
        </p:nvSpPr>
        <p:spPr>
          <a:xfrm>
            <a:off x="6248400" y="4580172"/>
            <a:ext cx="57827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Игра предназначена для: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любителей головоломок;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игроков, которым интересны задачи на логику и расчёт траектории;</a:t>
            </a:r>
          </a:p>
          <a:p>
            <a:r>
              <a:rPr lang="ru-RU" dirty="0"/>
              <a:t>Проект демонстрирует работу с графикой, физикой движения и пользовательским интерфейсом.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8A8E858-E533-47E0-8E37-39A1C9B54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377" y="2336568"/>
            <a:ext cx="3775175" cy="435403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34BB9C2-38A6-40D2-84FA-5F124ADE3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3967" y="246503"/>
            <a:ext cx="3585657" cy="399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461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D8843D-FBD4-4F4E-9C6E-7718B17EF331}"/>
              </a:ext>
            </a:extLst>
          </p:cNvPr>
          <p:cNvSpPr txBox="1"/>
          <p:nvPr/>
        </p:nvSpPr>
        <p:spPr>
          <a:xfrm>
            <a:off x="118534" y="14604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Основная идея игры — прохождение лабиринта с помощью правильно рассчитанного запуска пули.</a:t>
            </a:r>
            <a:br>
              <a:rPr lang="ru-RU" dirty="0"/>
            </a:br>
            <a:r>
              <a:rPr lang="ru-RU" dirty="0"/>
              <a:t>Пуля движется по прямой, отражается от стен и может многократно менять направление.</a:t>
            </a:r>
          </a:p>
          <a:p>
            <a:r>
              <a:rPr lang="ru-RU" dirty="0"/>
              <a:t>Каждый уровень представляет собой новый случайно сгенерированный лабиринт, что делает игру разнообразной.</a:t>
            </a:r>
          </a:p>
          <a:p>
            <a:r>
              <a:rPr lang="ru-RU" b="1" dirty="0"/>
              <a:t>Цель игрока</a:t>
            </a:r>
          </a:p>
          <a:p>
            <a:r>
              <a:rPr lang="ru-RU" dirty="0"/>
              <a:t>Цель игрока — </a:t>
            </a:r>
            <a:r>
              <a:rPr lang="ru-RU" b="1" dirty="0"/>
              <a:t>доставить пулю из стартовой точки в конечную</a:t>
            </a:r>
            <a:r>
              <a:rPr lang="ru-RU" dirty="0"/>
              <a:t>, используя отражения от стен.</a:t>
            </a:r>
            <a:br>
              <a:rPr lang="ru-RU" dirty="0"/>
            </a:br>
            <a:r>
              <a:rPr lang="ru-RU" dirty="0"/>
              <a:t>Дополнительной задачей является прохождение уровней за минимальное время.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AB1DFC-7C15-4BBA-9FC6-B57E36192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61" y="3996461"/>
            <a:ext cx="5696745" cy="25054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5961B3-BE33-408D-B766-0150D1C6A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293" y="681487"/>
            <a:ext cx="4148575" cy="476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504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D0D61D-73E5-404D-9027-C12DF93C4727}"/>
              </a:ext>
            </a:extLst>
          </p:cNvPr>
          <p:cNvSpPr txBox="1"/>
          <p:nvPr/>
        </p:nvSpPr>
        <p:spPr>
          <a:xfrm>
            <a:off x="411991" y="1290009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Язык программирования:</a:t>
            </a:r>
          </a:p>
          <a:p>
            <a:r>
              <a:rPr lang="ru-RU" dirty="0"/>
              <a:t>Python — основной язык разработки игры.</a:t>
            </a:r>
          </a:p>
          <a:p>
            <a:endParaRPr lang="ru-RU" dirty="0"/>
          </a:p>
          <a:p>
            <a:r>
              <a:rPr lang="ru-RU" dirty="0"/>
              <a:t>Библиотеки:</a:t>
            </a:r>
          </a:p>
          <a:p>
            <a:r>
              <a:rPr lang="ru-RU" dirty="0" err="1"/>
              <a:t>Arcade</a:t>
            </a:r>
            <a:r>
              <a:rPr lang="ru-RU" dirty="0"/>
              <a:t> — используется для создания игрового окна, отрисовки графики,</a:t>
            </a:r>
          </a:p>
          <a:p>
            <a:r>
              <a:rPr lang="ru-RU" dirty="0"/>
              <a:t>обработки ввода с клавиатуры и мыши.</a:t>
            </a:r>
          </a:p>
          <a:p>
            <a:r>
              <a:rPr lang="ru-RU" dirty="0" err="1"/>
              <a:t>random</a:t>
            </a:r>
            <a:r>
              <a:rPr lang="ru-RU" dirty="0"/>
              <a:t> — генерация случайных лабиринтов.</a:t>
            </a:r>
          </a:p>
          <a:p>
            <a:r>
              <a:rPr lang="ru-RU" dirty="0" err="1"/>
              <a:t>math</a:t>
            </a:r>
            <a:r>
              <a:rPr lang="ru-RU" dirty="0"/>
              <a:t> — вычисление траектории движения и отражений пули.</a:t>
            </a:r>
          </a:p>
          <a:p>
            <a:r>
              <a:rPr lang="ru-RU" dirty="0" err="1"/>
              <a:t>time</a:t>
            </a:r>
            <a:r>
              <a:rPr lang="ru-RU" dirty="0"/>
              <a:t> — подсчёт времени прохождения уровня.</a:t>
            </a:r>
          </a:p>
          <a:p>
            <a:r>
              <a:rPr lang="ru-RU" dirty="0" err="1"/>
              <a:t>json</a:t>
            </a:r>
            <a:r>
              <a:rPr lang="ru-RU" dirty="0"/>
              <a:t> — сохранение и загрузка прогресса игры.</a:t>
            </a:r>
          </a:p>
          <a:p>
            <a:r>
              <a:rPr lang="ru-RU" dirty="0" err="1"/>
              <a:t>os</a:t>
            </a:r>
            <a:r>
              <a:rPr lang="ru-RU" dirty="0"/>
              <a:t> — работа с файлами сохранений.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1DA68A8-C74C-4777-99A3-94CCE48C5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994" y="2295981"/>
            <a:ext cx="2860674" cy="226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060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05DE45-AD52-45CA-B0DB-DAAE967487EC}"/>
              </a:ext>
            </a:extLst>
          </p:cNvPr>
          <p:cNvSpPr txBox="1"/>
          <p:nvPr/>
        </p:nvSpPr>
        <p:spPr>
          <a:xfrm>
            <a:off x="5977467" y="1863511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Управление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Движение мыши</a:t>
            </a:r>
            <a:r>
              <a:rPr lang="ru-RU" dirty="0"/>
              <a:t> — прицеливание;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Левая кнопка мыши</a:t>
            </a:r>
            <a:r>
              <a:rPr lang="ru-RU" dirty="0"/>
              <a:t> — запуск пули;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Кнопка «Остановить пулю»</a:t>
            </a:r>
            <a:r>
              <a:rPr lang="ru-RU" dirty="0"/>
              <a:t> — остановка пули и перенос стартовой точки;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Кнопка «Главное меню»</a:t>
            </a:r>
            <a:r>
              <a:rPr lang="ru-RU" dirty="0"/>
              <a:t> — выход в меню;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Esc</a:t>
            </a:r>
            <a:r>
              <a:rPr lang="ru-RU" dirty="0"/>
              <a:t> — выход из игры.</a:t>
            </a:r>
          </a:p>
          <a:p>
            <a:r>
              <a:rPr lang="ru-RU" b="1" dirty="0"/>
              <a:t>Основные действия игрока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Наведение линии прицела;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Запуск пули с выбранным направлением;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Использование способности остановки пули;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Анализ траектории движения.</a:t>
            </a:r>
          </a:p>
          <a:p>
            <a:r>
              <a:rPr lang="ru-RU" b="1" dirty="0"/>
              <a:t>Правила игры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Пуля отражается от стен лабиринта;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Пуля не может проходить сквозь стены;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Если пуля достигает конечной точки, уровень завершается;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Игра продолжается до выхода игрока.</a:t>
            </a:r>
          </a:p>
        </p:txBody>
      </p:sp>
      <p:pic>
        <p:nvPicPr>
          <p:cNvPr id="3074" name="Picture 2" descr="Управление игрой – Бесплатные иконки: игра">
            <a:extLst>
              <a:ext uri="{FF2B5EF4-FFF2-40B4-BE49-F238E27FC236}">
                <a16:creationId xmlns:a16="http://schemas.microsoft.com/office/drawing/2014/main" id="{AB518BFC-4260-44C6-87FC-194618B63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17818">
            <a:off x="603265" y="1430091"/>
            <a:ext cx="3997815" cy="3997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7154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B45385-17ED-4944-9E98-7A8D2079A13C}"/>
              </a:ext>
            </a:extLst>
          </p:cNvPr>
          <p:cNvSpPr txBox="1"/>
          <p:nvPr/>
        </p:nvSpPr>
        <p:spPr>
          <a:xfrm>
            <a:off x="143933" y="102444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Программа состоит из нескольких логических частей.</a:t>
            </a:r>
          </a:p>
          <a:p>
            <a:endParaRPr lang="ru-RU" dirty="0"/>
          </a:p>
          <a:p>
            <a:r>
              <a:rPr lang="ru-RU" dirty="0"/>
              <a:t>Основные элементы:</a:t>
            </a:r>
          </a:p>
          <a:p>
            <a:r>
              <a:rPr lang="ru-RU" dirty="0"/>
              <a:t>- Класс </a:t>
            </a:r>
            <a:r>
              <a:rPr lang="ru-RU" dirty="0" err="1"/>
              <a:t>GameWindow</a:t>
            </a:r>
            <a:r>
              <a:rPr lang="ru-RU" dirty="0"/>
              <a:t> — основной класс игры, отвечает за:</a:t>
            </a:r>
          </a:p>
          <a:p>
            <a:r>
              <a:rPr lang="ru-RU" dirty="0"/>
              <a:t>  отрисовку игрового поля,</a:t>
            </a:r>
          </a:p>
          <a:p>
            <a:r>
              <a:rPr lang="ru-RU" dirty="0"/>
              <a:t>  обработку событий,</a:t>
            </a:r>
          </a:p>
          <a:p>
            <a:r>
              <a:rPr lang="ru-RU" dirty="0"/>
              <a:t>  игровую логику,</a:t>
            </a:r>
          </a:p>
          <a:p>
            <a:r>
              <a:rPr lang="ru-RU" dirty="0"/>
              <a:t>  интерфейс и меню.</a:t>
            </a:r>
          </a:p>
          <a:p>
            <a:r>
              <a:rPr lang="ru-RU" dirty="0"/>
              <a:t>- Класс </a:t>
            </a:r>
            <a:r>
              <a:rPr lang="ru-RU" dirty="0" err="1"/>
              <a:t>Bullet</a:t>
            </a:r>
            <a:r>
              <a:rPr lang="ru-RU" dirty="0"/>
              <a:t> — описывает пулю:</a:t>
            </a:r>
          </a:p>
          <a:p>
            <a:r>
              <a:rPr lang="ru-RU" dirty="0"/>
              <a:t>  позицию, скорость, радиус и отрисовку.</a:t>
            </a:r>
          </a:p>
          <a:p>
            <a:r>
              <a:rPr lang="ru-RU" dirty="0"/>
              <a:t>- Генерация лабиринта — создание случайного уровня</a:t>
            </a:r>
          </a:p>
          <a:p>
            <a:r>
              <a:rPr lang="ru-RU" dirty="0"/>
              <a:t>  с использованием алгоритма поиска в глубину.</a:t>
            </a:r>
          </a:p>
          <a:p>
            <a:r>
              <a:rPr lang="ru-RU" dirty="0"/>
              <a:t>- Обработка ввода — реакции на мышь и клавиатуру.</a:t>
            </a:r>
          </a:p>
          <a:p>
            <a:r>
              <a:rPr lang="ru-RU" dirty="0"/>
              <a:t>- Система сохранения — сохранение и загрузка прогресса игры в файл.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B67C960-FE34-41AC-AAFE-29DCEEA2E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413" y="262466"/>
            <a:ext cx="4079260" cy="603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852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139AE8-96B2-4EDA-A459-D3146B692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07" y="1767215"/>
            <a:ext cx="3921125" cy="453939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7BC194-3034-42A5-969E-EE029C98CE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0832" y="1628776"/>
            <a:ext cx="3887213" cy="46778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63B3A9-B2F2-41C8-9C29-0D72C22B0C84}"/>
              </a:ext>
            </a:extLst>
          </p:cNvPr>
          <p:cNvSpPr txBox="1"/>
          <p:nvPr/>
        </p:nvSpPr>
        <p:spPr>
          <a:xfrm>
            <a:off x="3480305" y="268358"/>
            <a:ext cx="55541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Демонстрация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26234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Спасибо за внимание для презентации деловой стиль - фото и картинки  abrakadabra.fun">
            <a:extLst>
              <a:ext uri="{FF2B5EF4-FFF2-40B4-BE49-F238E27FC236}">
                <a16:creationId xmlns:a16="http://schemas.microsoft.com/office/drawing/2014/main" id="{95640E0B-C07E-4222-AF0B-D51D21142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966" y="720725"/>
            <a:ext cx="7222067" cy="541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21378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414</Words>
  <Application>Microsoft Office PowerPoint</Application>
  <PresentationFormat>Широкоэкранный</PresentationFormat>
  <Paragraphs>53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Bullet in the Mosaic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Bullet in the Mosaic</dc:title>
  <dc:creator>Павел Чмыхалов</dc:creator>
  <cp:lastModifiedBy>Павел Чмыхалов</cp:lastModifiedBy>
  <cp:revision>3</cp:revision>
  <dcterms:created xsi:type="dcterms:W3CDTF">2026-02-04T19:06:50Z</dcterms:created>
  <dcterms:modified xsi:type="dcterms:W3CDTF">2026-02-04T19:16:04Z</dcterms:modified>
</cp:coreProperties>
</file>